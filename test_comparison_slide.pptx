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ln>
            <a:noFill/>
          </a:ln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 Development: Then vs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36E72"/>
                </a:solidFill>
              </a:defRPr>
            </a:pPr>
            <a:r>
              <a:t>How RAPP changes the game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77295" cy="4572000"/>
          </a:xfrm>
          <a:prstGeom prst="round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TRADITIONAL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RAPP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3545"/>
                </a:solidFill>
              </a:defRPr>
            </a:pPr>
            <a:r>
              <a:t>6-month development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36E72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Same-day prototypes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3545"/>
                </a:solidFill>
              </a:defRPr>
            </a:pPr>
            <a:r>
              <a:t>Waterfall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36E72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Agile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7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3545"/>
                </a:solidFill>
              </a:defRPr>
            </a:pPr>
            <a:r>
              <a:t>Late customer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84047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36E72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7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Immediate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3545"/>
                </a:solidFill>
              </a:defRPr>
            </a:pPr>
            <a:r>
              <a:t>High failure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48055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36E72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Fail-fast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