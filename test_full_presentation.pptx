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0"/>
            <a:ext cx="11277295" cy="1371600"/>
          </a:xfrm>
          <a:prstGeom prst="round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RAPP Pipeline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C757D"/>
                </a:solidFill>
              </a:defRPr>
            </a:pPr>
            <a:r>
              <a:t>Rapid AI Agent Production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is RAPP?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• 14-step methodology for AI agent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• Quality gates at each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• Automated processing from transcript to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• Professional reports generated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RAPP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1277295" cy="3657600"/>
          </a:xfrm>
          <a:prstGeom prst="roundRect">
            <a:avLst/>
          </a:prstGeom>
          <a:ln>
            <a:noFill/>
          </a:ln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89699" y="3017520"/>
            <a:ext cx="1371600" cy="109728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89699" y="31089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1099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3888" y="3291840"/>
            <a:ext cx="3901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6598" y="3017520"/>
            <a:ext cx="1371600" cy="109728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6598" y="31089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7998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0787" y="3291840"/>
            <a:ext cx="3901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497" y="3017520"/>
            <a:ext cx="1371600" cy="109728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497" y="31089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4897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686" y="3291840"/>
            <a:ext cx="3901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0396" y="3017520"/>
            <a:ext cx="1371600" cy="109728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0396" y="31089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1796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4823" y="2286000"/>
            <a:ext cx="3200400" cy="3200400"/>
          </a:xfrm>
          <a:prstGeom prst="roundRect">
            <a:avLst/>
          </a:prstGeom>
          <a:ln>
            <a:noFill/>
          </a:ln>
          <a:gradFill>
            <a:gsLst>
              <a:gs pos="0">
                <a:srgbClr val="11998E"/>
              </a:gs>
              <a:gs pos="100000">
                <a:srgbClr val="38EF7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23" y="30175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23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Time to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647" y="2286000"/>
            <a:ext cx="3200400" cy="3200400"/>
          </a:xfrm>
          <a:prstGeom prst="roundRect">
            <a:avLst/>
          </a:prstGeom>
          <a:ln>
            <a:noFill/>
          </a:ln>
          <a:gradFill>
            <a:gsLst>
              <a:gs pos="0">
                <a:srgbClr val="11998E"/>
              </a:gs>
              <a:gs pos="100000">
                <a:srgbClr val="38EF7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5647" y="30175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Success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6471" y="2286000"/>
            <a:ext cx="3200400" cy="3200400"/>
          </a:xfrm>
          <a:prstGeom prst="roundRect">
            <a:avLst/>
          </a:prstGeom>
          <a:ln>
            <a:noFill/>
          </a:ln>
          <a:gradFill>
            <a:gsLst>
              <a:gs pos="0">
                <a:srgbClr val="11998E"/>
              </a:gs>
              <a:gs pos="100000">
                <a:srgbClr val="38EF7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6471" y="30175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4.9/5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6471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Customer Satisfaction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i="1">
                <a:solidFill>
                  <a:srgbClr val="FFFFFF"/>
                </a:solidFill>
              </a:rPr>
              <a:t>"RAPP transformed how we deliver AI solutions to customers"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— Enterprise Customer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